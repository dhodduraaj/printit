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7" r:id="rId2"/>
    <p:sldId id="256" r:id="rId3"/>
    <p:sldId id="259" r:id="rId4"/>
    <p:sldId id="260" r:id="rId5"/>
    <p:sldId id="263" r:id="rId6"/>
    <p:sldId id="262" r:id="rId7"/>
    <p:sldId id="264" r:id="rId8"/>
    <p:sldId id="265" r:id="rId9"/>
    <p:sldId id="261" r:id="rId10"/>
    <p:sldId id="25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294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160EA64-D806-43AC-9DF2-F8C432F32B4C}" type="datetimeFigureOut">
              <a:rPr lang="en-US" dirty="0"/>
              <a:pPr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gif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8EFB1-301B-C4FC-4EBF-23DC6C194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933813E-083B-F246-4F65-329E729F7B3D}"/>
              </a:ext>
            </a:extLst>
          </p:cNvPr>
          <p:cNvSpPr txBox="1">
            <a:spLocks/>
          </p:cNvSpPr>
          <p:nvPr/>
        </p:nvSpPr>
        <p:spPr>
          <a:xfrm>
            <a:off x="6417734" y="4143908"/>
            <a:ext cx="4258734" cy="2506864"/>
          </a:xfrm>
          <a:prstGeom prst="rect">
            <a:avLst/>
          </a:prstGeom>
          <a:solidFill>
            <a:srgbClr val="FFFFFF"/>
          </a:solidFill>
          <a:ln w="1905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F726A9-2344-3DEA-FCB1-EA8F30A89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7" y="1691640"/>
            <a:ext cx="8991600" cy="1645920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Byts</a:t>
            </a:r>
            <a:r>
              <a:rPr lang="en-IN" dirty="0"/>
              <a:t> hackathon 2.0</a:t>
            </a:r>
            <a:br>
              <a:rPr lang="en-IN" dirty="0"/>
            </a:br>
            <a:r>
              <a:rPr lang="en-IN" dirty="0"/>
              <a:t>team 24 – </a:t>
            </a:r>
            <a:r>
              <a:rPr lang="en-IN" dirty="0" err="1"/>
              <a:t>ragnarok</a:t>
            </a:r>
            <a:br>
              <a:rPr lang="en-IN" dirty="0"/>
            </a:br>
            <a:r>
              <a:rPr lang="en-IN" dirty="0"/>
              <a:t>	     </a:t>
            </a:r>
            <a:r>
              <a:rPr lang="en-IN"/>
              <a:t>printflow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D70EC-45AD-3552-7987-9EE20A2F3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3389" y="4264821"/>
            <a:ext cx="4456345" cy="2265038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IN" dirty="0">
                <a:solidFill>
                  <a:schemeClr val="bg1"/>
                </a:solidFill>
              </a:rPr>
              <a:t>TEAM MEMBERS : </a:t>
            </a:r>
          </a:p>
          <a:p>
            <a:pPr algn="l"/>
            <a:r>
              <a:rPr lang="en-IN" dirty="0">
                <a:solidFill>
                  <a:schemeClr val="bg1"/>
                </a:solidFill>
              </a:rPr>
              <a:t>	23ITR007 – ARUN S</a:t>
            </a:r>
          </a:p>
          <a:p>
            <a:pPr algn="l"/>
            <a:r>
              <a:rPr lang="en-IN" dirty="0">
                <a:solidFill>
                  <a:schemeClr val="bg1"/>
                </a:solidFill>
              </a:rPr>
              <a:t>	23ITR029 – DHARNISH B M</a:t>
            </a:r>
          </a:p>
          <a:p>
            <a:pPr algn="l"/>
            <a:r>
              <a:rPr lang="en-IN" dirty="0">
                <a:solidFill>
                  <a:schemeClr val="bg1"/>
                </a:solidFill>
              </a:rPr>
              <a:t>	23ITR038 – DHURGASHREE I</a:t>
            </a:r>
          </a:p>
          <a:p>
            <a:pPr algn="l"/>
            <a:r>
              <a:rPr lang="en-IN" dirty="0">
                <a:solidFill>
                  <a:schemeClr val="bg1"/>
                </a:solidFill>
              </a:rPr>
              <a:t>	23ITR042 – DIVYA R</a:t>
            </a:r>
          </a:p>
          <a:p>
            <a:pPr algn="l"/>
            <a:r>
              <a:rPr lang="en-IN" dirty="0">
                <a:solidFill>
                  <a:schemeClr val="bg1"/>
                </a:solidFill>
              </a:rPr>
              <a:t>	23ADR126 – PRABAKARAN S B </a:t>
            </a:r>
          </a:p>
          <a:p>
            <a:pPr algn="l"/>
            <a:r>
              <a:rPr lang="en-IN" dirty="0">
                <a:solidFill>
                  <a:schemeClr val="bg1"/>
                </a:solidFill>
              </a:rPr>
              <a:t>	23CDR039 – DHODDURAAJ S P</a:t>
            </a:r>
          </a:p>
        </p:txBody>
      </p:sp>
    </p:spTree>
    <p:extLst>
      <p:ext uri="{BB962C8B-B14F-4D97-AF65-F5344CB8AC3E}">
        <p14:creationId xmlns:p14="http://schemas.microsoft.com/office/powerpoint/2010/main" val="2751772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53F48B9-5EB3-A7E7-555A-2A159AA242EC}"/>
              </a:ext>
            </a:extLst>
          </p:cNvPr>
          <p:cNvSpPr txBox="1">
            <a:spLocks/>
          </p:cNvSpPr>
          <p:nvPr/>
        </p:nvSpPr>
        <p:spPr>
          <a:xfrm>
            <a:off x="745067" y="1727200"/>
            <a:ext cx="10964333" cy="4995333"/>
          </a:xfrm>
          <a:prstGeom prst="rect">
            <a:avLst/>
          </a:prstGeom>
          <a:solidFill>
            <a:srgbClr val="FFFFFF"/>
          </a:solidFill>
          <a:ln w="1905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323AB2-FBD6-398D-FB12-D374F7B21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5067" y="464811"/>
            <a:ext cx="5350933" cy="1042256"/>
          </a:xfrm>
        </p:spPr>
        <p:txBody>
          <a:bodyPr>
            <a:normAutofit fontScale="90000"/>
          </a:bodyPr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004C9-009A-9715-C729-DC2104044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593" y="2222972"/>
            <a:ext cx="10377340" cy="1764827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600" dirty="0">
                <a:solidFill>
                  <a:schemeClr val="bg1"/>
                </a:solidFill>
              </a:rPr>
              <a:t>Printing facilities in colleges face heavy congestion during break times, causing long waiting periods, overcrowding, and poor queue management. The lack of real-time tracking and secure payment verification in manual or semi-manual systems leads to confusion, disputes, and inefficient service.</a:t>
            </a:r>
          </a:p>
          <a:p>
            <a:pPr algn="just"/>
            <a:endParaRPr lang="en-IN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BEB7084-8257-E230-4854-A0BAE5172E3B}"/>
              </a:ext>
            </a:extLst>
          </p:cNvPr>
          <p:cNvSpPr txBox="1">
            <a:spLocks/>
          </p:cNvSpPr>
          <p:nvPr/>
        </p:nvSpPr>
        <p:spPr>
          <a:xfrm>
            <a:off x="2768599" y="4326937"/>
            <a:ext cx="6299200" cy="148918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IN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Manual Counter-Based Printing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dirty="0">
                <a:solidFill>
                  <a:schemeClr val="bg1"/>
                </a:solidFill>
              </a:rPr>
              <a:t>Token or Number-Based Queue Systems</a:t>
            </a:r>
            <a:endParaRPr lang="en-IN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55632AA-CFB4-939C-A803-69FEB0235ECB}"/>
              </a:ext>
            </a:extLst>
          </p:cNvPr>
          <p:cNvSpPr txBox="1">
            <a:spLocks/>
          </p:cNvSpPr>
          <p:nvPr/>
        </p:nvSpPr>
        <p:spPr>
          <a:xfrm>
            <a:off x="1069593" y="4178770"/>
            <a:ext cx="10377340" cy="60960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2800" b="1" dirty="0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Existing solutions &amp; Difficulties :</a:t>
            </a:r>
          </a:p>
        </p:txBody>
      </p:sp>
    </p:spTree>
    <p:extLst>
      <p:ext uri="{BB962C8B-B14F-4D97-AF65-F5344CB8AC3E}">
        <p14:creationId xmlns:p14="http://schemas.microsoft.com/office/powerpoint/2010/main" val="1067492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1A5D2-240C-5C1D-005D-D84A3B60A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3EDFF1-379A-412B-43E3-10FB421B5F4B}"/>
              </a:ext>
            </a:extLst>
          </p:cNvPr>
          <p:cNvSpPr txBox="1">
            <a:spLocks/>
          </p:cNvSpPr>
          <p:nvPr/>
        </p:nvSpPr>
        <p:spPr>
          <a:xfrm>
            <a:off x="745067" y="1727200"/>
            <a:ext cx="10913533" cy="4948972"/>
          </a:xfrm>
          <a:prstGeom prst="rect">
            <a:avLst/>
          </a:prstGeom>
          <a:solidFill>
            <a:srgbClr val="FFFFFF"/>
          </a:solidFill>
          <a:ln w="1905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EA6DAC-9371-A6C0-D3C6-9BA9C0259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5067" y="464811"/>
            <a:ext cx="5520266" cy="1042256"/>
          </a:xfrm>
        </p:spPr>
        <p:txBody>
          <a:bodyPr>
            <a:normAutofit fontScale="90000"/>
          </a:bodyPr>
          <a:lstStyle/>
          <a:p>
            <a:r>
              <a:rPr lang="en-IN" dirty="0"/>
              <a:t>Proposed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88FDF6-A4BF-41C9-75EA-4DD016C206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2296" y="2417505"/>
            <a:ext cx="8286073" cy="3568361"/>
          </a:xfrm>
        </p:spPr>
        <p:txBody>
          <a:bodyPr>
            <a:normAutofit fontScale="85000" lnSpcReduction="1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</a:rPr>
              <a:t>Develop a </a:t>
            </a:r>
            <a:r>
              <a:rPr lang="en-US" sz="2600" b="1" dirty="0">
                <a:solidFill>
                  <a:schemeClr val="bg1"/>
                </a:solidFill>
              </a:rPr>
              <a:t>Digital Printing Queue Management System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</a:rPr>
              <a:t>Allow students to upload documents in advance.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</a:rPr>
              <a:t>Enable students to configure print settings (copies, color, pages).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</a:rPr>
              <a:t>Provide a virtual queue to eliminate physical waiting.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</a:rPr>
              <a:t>Introduce a vendor dashboard for controlled print management.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</a:rPr>
              <a:t>Implement one-time UPI reference ID validation.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</a:rPr>
              <a:t>Use real-time communication for instant status updates.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</a:rPr>
              <a:t>Ensure transparency and fair queue handling.</a:t>
            </a:r>
          </a:p>
          <a:p>
            <a:pPr algn="just"/>
            <a:endParaRPr lang="en-IN" sz="3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244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EFD4B-3A35-294A-C11D-A5B6CF103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729BE0B-D0E4-4AB0-0D9C-52EF2BFEDB79}"/>
              </a:ext>
            </a:extLst>
          </p:cNvPr>
          <p:cNvSpPr txBox="1">
            <a:spLocks/>
          </p:cNvSpPr>
          <p:nvPr/>
        </p:nvSpPr>
        <p:spPr>
          <a:xfrm>
            <a:off x="745067" y="1727200"/>
            <a:ext cx="10854266" cy="4948972"/>
          </a:xfrm>
          <a:prstGeom prst="rect">
            <a:avLst/>
          </a:prstGeom>
          <a:solidFill>
            <a:srgbClr val="FFFFFF"/>
          </a:solidFill>
          <a:ln w="1905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8A1F0-5285-ADAC-EF0B-301E0F99C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5067" y="464811"/>
            <a:ext cx="5520266" cy="1042256"/>
          </a:xfrm>
        </p:spPr>
        <p:txBody>
          <a:bodyPr>
            <a:normAutofit/>
          </a:bodyPr>
          <a:lstStyle/>
          <a:p>
            <a:r>
              <a:rPr lang="en-IN" dirty="0"/>
              <a:t>Tech stack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35726A-AF1D-F1CD-C8BB-368F16FECF74}"/>
              </a:ext>
            </a:extLst>
          </p:cNvPr>
          <p:cNvSpPr txBox="1"/>
          <p:nvPr/>
        </p:nvSpPr>
        <p:spPr>
          <a:xfrm>
            <a:off x="1094345" y="1874858"/>
            <a:ext cx="59210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</a:rPr>
              <a:t>Frontend:</a:t>
            </a:r>
            <a:r>
              <a:rPr lang="en-US" altLang="en-US" dirty="0">
                <a:solidFill>
                  <a:schemeClr val="bg1"/>
                </a:solidFill>
              </a:rPr>
              <a:t> 		React.js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</a:rPr>
              <a:t>Backend:</a:t>
            </a:r>
            <a:r>
              <a:rPr lang="en-US" altLang="en-US" dirty="0">
                <a:solidFill>
                  <a:schemeClr val="bg1"/>
                </a:solidFill>
              </a:rPr>
              <a:t> 		Node.js , Express.js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</a:rPr>
              <a:t>Database:</a:t>
            </a:r>
            <a:r>
              <a:rPr lang="en-US" altLang="en-US" dirty="0">
                <a:solidFill>
                  <a:schemeClr val="bg1"/>
                </a:solidFill>
              </a:rPr>
              <a:t> 		MongoDB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</a:rPr>
              <a:t>Real-Time Coms:</a:t>
            </a:r>
            <a:r>
              <a:rPr lang="en-US" altLang="en-US" dirty="0">
                <a:solidFill>
                  <a:schemeClr val="bg1"/>
                </a:solidFill>
              </a:rPr>
              <a:t> 	Socket.IO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</a:rPr>
              <a:t>Authentication :		</a:t>
            </a:r>
            <a:r>
              <a:rPr lang="en-US" altLang="en-US" dirty="0">
                <a:solidFill>
                  <a:schemeClr val="bg1"/>
                </a:solidFill>
              </a:rPr>
              <a:t>JWT (JSON Web Tokens)</a:t>
            </a: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</a:rPr>
              <a:t>File Handling:</a:t>
            </a:r>
            <a:r>
              <a:rPr lang="en-US" altLang="en-US" dirty="0">
                <a:solidFill>
                  <a:schemeClr val="bg1"/>
                </a:solidFill>
              </a:rPr>
              <a:t> 		Multer, </a:t>
            </a:r>
            <a:r>
              <a:rPr lang="en-US" altLang="en-US" dirty="0" err="1">
                <a:solidFill>
                  <a:schemeClr val="bg1"/>
                </a:solidFill>
              </a:rPr>
              <a:t>GridFS</a:t>
            </a:r>
            <a:endParaRPr lang="en-US" altLang="en-US" dirty="0">
              <a:solidFill>
                <a:schemeClr val="bg1"/>
              </a:solidFill>
            </a:endParaRPr>
          </a:p>
          <a:p>
            <a:pPr lvl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</a:rPr>
              <a:t>Payment Validation: 	</a:t>
            </a:r>
            <a:r>
              <a:rPr lang="en-US" altLang="en-US" dirty="0" err="1">
                <a:solidFill>
                  <a:schemeClr val="bg1"/>
                </a:solidFill>
              </a:rPr>
              <a:t>RazorPay</a:t>
            </a:r>
            <a:endParaRPr lang="en-US" altLang="en-US" dirty="0">
              <a:solidFill>
                <a:schemeClr val="bg1"/>
              </a:solidFill>
            </a:endParaRP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bg1"/>
                </a:solidFill>
              </a:rPr>
              <a:t>External API: 		</a:t>
            </a:r>
            <a:r>
              <a:rPr lang="en-US" altLang="en-US" dirty="0" err="1">
                <a:solidFill>
                  <a:schemeClr val="bg1"/>
                </a:solidFill>
              </a:rPr>
              <a:t>twilio</a:t>
            </a:r>
            <a:endParaRPr lang="en-US" altLang="en-US" dirty="0">
              <a:solidFill>
                <a:schemeClr val="bg1"/>
              </a:solidFill>
            </a:endParaRPr>
          </a:p>
          <a:p>
            <a:endParaRPr lang="en-IN" dirty="0"/>
          </a:p>
        </p:txBody>
      </p:sp>
      <p:pic>
        <p:nvPicPr>
          <p:cNvPr id="1029" name="Picture 5" descr="React Native - Wikipedia">
            <a:extLst>
              <a:ext uri="{FF2B5EF4-FFF2-40B4-BE49-F238E27FC236}">
                <a16:creationId xmlns:a16="http://schemas.microsoft.com/office/drawing/2014/main" id="{4F9FC552-E1C0-29E2-6F35-EA0B3B3CA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617" y="2058201"/>
            <a:ext cx="1065703" cy="948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Node.JS | TutorialEdge.net">
            <a:extLst>
              <a:ext uri="{FF2B5EF4-FFF2-40B4-BE49-F238E27FC236}">
                <a16:creationId xmlns:a16="http://schemas.microsoft.com/office/drawing/2014/main" id="{410F7791-0704-A8F3-43FD-33CA50D49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9431" y="1938865"/>
            <a:ext cx="1186940" cy="1186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Getting started with Express.js - Keeping it simple! | Ajeet Chaulagain">
            <a:extLst>
              <a:ext uri="{FF2B5EF4-FFF2-40B4-BE49-F238E27FC236}">
                <a16:creationId xmlns:a16="http://schemas.microsoft.com/office/drawing/2014/main" id="{3C80253C-151D-917E-EB0E-F937B07A5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0020" y="3581238"/>
            <a:ext cx="1240895" cy="1240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socket.io 1.0 Archives - Joscor LLC">
            <a:extLst>
              <a:ext uri="{FF2B5EF4-FFF2-40B4-BE49-F238E27FC236}">
                <a16:creationId xmlns:a16="http://schemas.microsoft.com/office/drawing/2014/main" id="{37BCAD24-E31F-D2A5-35B2-5607D2BD4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9431" y="3575140"/>
            <a:ext cx="1240895" cy="1246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 descr="Multer Module in Node.js | JavaScript in Plain English">
            <a:extLst>
              <a:ext uri="{FF2B5EF4-FFF2-40B4-BE49-F238E27FC236}">
                <a16:creationId xmlns:a16="http://schemas.microsoft.com/office/drawing/2014/main" id="{DDDD6853-9684-5B15-9EB1-A5355C791E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33" t="13748" r="11867" b="49128"/>
          <a:stretch>
            <a:fillRect/>
          </a:stretch>
        </p:blipFill>
        <p:spPr bwMode="auto">
          <a:xfrm>
            <a:off x="7090020" y="5081507"/>
            <a:ext cx="1306474" cy="121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23" descr="Razorpay Payments for Business - Apps on Google Play">
            <a:extLst>
              <a:ext uri="{FF2B5EF4-FFF2-40B4-BE49-F238E27FC236}">
                <a16:creationId xmlns:a16="http://schemas.microsoft.com/office/drawing/2014/main" id="{F8F7A52E-0F3E-EF28-0894-45357EED9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9382" y="3638807"/>
            <a:ext cx="1119658" cy="1119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9" descr="MongoDB SVG and transparent PNG icons | TechIcons">
            <a:extLst>
              <a:ext uri="{FF2B5EF4-FFF2-40B4-BE49-F238E27FC236}">
                <a16:creationId xmlns:a16="http://schemas.microsoft.com/office/drawing/2014/main" id="{E21A3920-30A2-7BBC-F85F-C559BBB3C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2404" y="1978298"/>
            <a:ext cx="1240895" cy="1240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33" descr="Jwt.Io Logo PNG Vectors Free Download">
            <a:extLst>
              <a:ext uri="{FF2B5EF4-FFF2-40B4-BE49-F238E27FC236}">
                <a16:creationId xmlns:a16="http://schemas.microsoft.com/office/drawing/2014/main" id="{2F2A0ADA-640C-7344-335B-C44EAAF3A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9382" y="5081507"/>
            <a:ext cx="1218919" cy="121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35" descr="ImageKit.io | LinkedIn">
            <a:extLst>
              <a:ext uri="{FF2B5EF4-FFF2-40B4-BE49-F238E27FC236}">
                <a16:creationId xmlns:a16="http://schemas.microsoft.com/office/drawing/2014/main" id="{11BB80F8-502D-3BBB-1A7E-E21D13C2F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8484" y="5070922"/>
            <a:ext cx="1248833" cy="124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3478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50CE1-018F-2070-C635-66F6FA4E3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4662A92-B1AF-D65E-A509-9F5D8207E4B3}"/>
              </a:ext>
            </a:extLst>
          </p:cNvPr>
          <p:cNvSpPr txBox="1">
            <a:spLocks/>
          </p:cNvSpPr>
          <p:nvPr/>
        </p:nvSpPr>
        <p:spPr>
          <a:xfrm>
            <a:off x="745067" y="1727200"/>
            <a:ext cx="10913533" cy="4948972"/>
          </a:xfrm>
          <a:prstGeom prst="rect">
            <a:avLst/>
          </a:prstGeom>
          <a:solidFill>
            <a:srgbClr val="FFFFFF"/>
          </a:solidFill>
          <a:ln w="1905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CF6C50-4BC6-2B1B-BD47-7AFC1ECBBF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5067" y="464811"/>
            <a:ext cx="5520266" cy="1042256"/>
          </a:xfrm>
        </p:spPr>
        <p:txBody>
          <a:bodyPr>
            <a:normAutofit/>
          </a:bodyPr>
          <a:lstStyle/>
          <a:p>
            <a:r>
              <a:rPr lang="en-IN" dirty="0"/>
              <a:t>modules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8C0B09-A5F6-65C0-1764-63A2FF61E4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131"/>
          <a:stretch>
            <a:fillRect/>
          </a:stretch>
        </p:blipFill>
        <p:spPr>
          <a:xfrm>
            <a:off x="2672820" y="1507067"/>
            <a:ext cx="7058025" cy="474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734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30786-FD07-306C-A261-BB4D2C946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3F6BA0C-9B06-EDE2-4148-129F3B405E81}"/>
              </a:ext>
            </a:extLst>
          </p:cNvPr>
          <p:cNvSpPr txBox="1">
            <a:spLocks/>
          </p:cNvSpPr>
          <p:nvPr/>
        </p:nvSpPr>
        <p:spPr>
          <a:xfrm>
            <a:off x="745067" y="1727200"/>
            <a:ext cx="10913533" cy="4948972"/>
          </a:xfrm>
          <a:prstGeom prst="rect">
            <a:avLst/>
          </a:prstGeom>
          <a:solidFill>
            <a:srgbClr val="FFFFFF"/>
          </a:solidFill>
          <a:ln w="1905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EF6290-66FF-054F-F705-6E59D4EC6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5067" y="464811"/>
            <a:ext cx="5520266" cy="1042256"/>
          </a:xfrm>
        </p:spPr>
        <p:txBody>
          <a:bodyPr>
            <a:normAutofit/>
          </a:bodyPr>
          <a:lstStyle/>
          <a:p>
            <a:r>
              <a:rPr lang="en-IN" dirty="0"/>
              <a:t>workflow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9E58FF-F34F-E24F-D77D-ABD8A3AAF0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691"/>
          <a:stretch>
            <a:fillRect/>
          </a:stretch>
        </p:blipFill>
        <p:spPr>
          <a:xfrm>
            <a:off x="1104635" y="1801744"/>
            <a:ext cx="9982730" cy="479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90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56B40-854A-3CC6-07B7-08521D500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5A6B58-6A49-1C24-B141-43D75690EA1D}"/>
              </a:ext>
            </a:extLst>
          </p:cNvPr>
          <p:cNvSpPr txBox="1">
            <a:spLocks/>
          </p:cNvSpPr>
          <p:nvPr/>
        </p:nvSpPr>
        <p:spPr>
          <a:xfrm>
            <a:off x="745067" y="1727200"/>
            <a:ext cx="10913533" cy="4948972"/>
          </a:xfrm>
          <a:prstGeom prst="rect">
            <a:avLst/>
          </a:prstGeom>
          <a:solidFill>
            <a:srgbClr val="FFFFFF"/>
          </a:solidFill>
          <a:ln w="1905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570EEB-7A6E-1327-9189-BE480BCB09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60"/>
          <a:stretch>
            <a:fillRect/>
          </a:stretch>
        </p:blipFill>
        <p:spPr>
          <a:xfrm>
            <a:off x="2184401" y="1765300"/>
            <a:ext cx="7349066" cy="4872772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352DC42-FBBC-C868-7CBE-F658D5F22178}"/>
              </a:ext>
            </a:extLst>
          </p:cNvPr>
          <p:cNvSpPr txBox="1">
            <a:spLocks/>
          </p:cNvSpPr>
          <p:nvPr/>
        </p:nvSpPr>
        <p:spPr>
          <a:xfrm>
            <a:off x="745067" y="389040"/>
            <a:ext cx="5520266" cy="1042256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flowchart</a:t>
            </a:r>
          </a:p>
        </p:txBody>
      </p:sp>
    </p:spTree>
    <p:extLst>
      <p:ext uri="{BB962C8B-B14F-4D97-AF65-F5344CB8AC3E}">
        <p14:creationId xmlns:p14="http://schemas.microsoft.com/office/powerpoint/2010/main" val="1274604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42AA6-E94B-82E3-6624-3EC01447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E9ABA6-EC79-E74D-D10B-8769501CFA0B}"/>
              </a:ext>
            </a:extLst>
          </p:cNvPr>
          <p:cNvSpPr txBox="1">
            <a:spLocks/>
          </p:cNvSpPr>
          <p:nvPr/>
        </p:nvSpPr>
        <p:spPr>
          <a:xfrm>
            <a:off x="745067" y="1727200"/>
            <a:ext cx="10913533" cy="4948972"/>
          </a:xfrm>
          <a:prstGeom prst="rect">
            <a:avLst/>
          </a:prstGeom>
          <a:solidFill>
            <a:srgbClr val="FBFBFB"/>
          </a:solidFill>
          <a:ln w="1905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4D72F87-AA4E-AB30-933C-2B66C07F46B6}"/>
              </a:ext>
            </a:extLst>
          </p:cNvPr>
          <p:cNvSpPr txBox="1">
            <a:spLocks/>
          </p:cNvSpPr>
          <p:nvPr/>
        </p:nvSpPr>
        <p:spPr>
          <a:xfrm>
            <a:off x="745067" y="389040"/>
            <a:ext cx="5520266" cy="1042256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Database 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630A5E-D08A-B2CE-5263-AC0AE6D7CF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407"/>
          <a:stretch>
            <a:fillRect/>
          </a:stretch>
        </p:blipFill>
        <p:spPr>
          <a:xfrm>
            <a:off x="1456266" y="1831286"/>
            <a:ext cx="8915400" cy="474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796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FD938-03D6-B3A2-70EF-E38362FDB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4BA3E96-279D-86FC-A027-A8CF9F151FD3}"/>
              </a:ext>
            </a:extLst>
          </p:cNvPr>
          <p:cNvSpPr txBox="1">
            <a:spLocks/>
          </p:cNvSpPr>
          <p:nvPr/>
        </p:nvSpPr>
        <p:spPr>
          <a:xfrm>
            <a:off x="745067" y="1727200"/>
            <a:ext cx="10913533" cy="4948972"/>
          </a:xfrm>
          <a:prstGeom prst="rect">
            <a:avLst/>
          </a:prstGeom>
          <a:solidFill>
            <a:srgbClr val="FFFFFF"/>
          </a:solidFill>
          <a:ln w="1905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37C675-FD73-7FED-2BBA-BDADF0DDE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5067" y="464811"/>
            <a:ext cx="5520266" cy="1042256"/>
          </a:xfrm>
        </p:spPr>
        <p:txBody>
          <a:bodyPr>
            <a:normAutofit/>
          </a:bodyPr>
          <a:lstStyle/>
          <a:p>
            <a:r>
              <a:rPr lang="en-IN" dirty="0"/>
              <a:t>benefits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B36FE4-6B74-10D4-6287-0FE980160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8860" y="2163706"/>
            <a:ext cx="10377340" cy="4110094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IN" sz="3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0" name="Picture 2" descr="Back view of cartoon people crowd 1233790 Vector Art at Vecteezy">
            <a:extLst>
              <a:ext uri="{FF2B5EF4-FFF2-40B4-BE49-F238E27FC236}">
                <a16:creationId xmlns:a16="http://schemas.microsoft.com/office/drawing/2014/main" id="{B46A3BFD-D678-EBF6-F50C-D36395ABA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338" y="1837267"/>
            <a:ext cx="2387600" cy="1591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43C5D-8996-5052-E73F-22C645DD8D12}"/>
              </a:ext>
            </a:extLst>
          </p:cNvPr>
          <p:cNvSpPr txBox="1"/>
          <p:nvPr/>
        </p:nvSpPr>
        <p:spPr>
          <a:xfrm>
            <a:off x="1291167" y="3730039"/>
            <a:ext cx="2904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Reduces physical crowding</a:t>
            </a:r>
          </a:p>
        </p:txBody>
      </p:sp>
      <p:pic>
        <p:nvPicPr>
          <p:cNvPr id="2054" name="Picture 6" descr="Wait time - Free time and date icons">
            <a:extLst>
              <a:ext uri="{FF2B5EF4-FFF2-40B4-BE49-F238E27FC236}">
                <a16:creationId xmlns:a16="http://schemas.microsoft.com/office/drawing/2014/main" id="{AABC952B-5381-4706-F058-B079EDDB5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6634" y="2019470"/>
            <a:ext cx="1934634" cy="1657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12DDEF-4A09-2684-0EA3-D58EF0467E3C}"/>
              </a:ext>
            </a:extLst>
          </p:cNvPr>
          <p:cNvSpPr txBox="1"/>
          <p:nvPr/>
        </p:nvSpPr>
        <p:spPr>
          <a:xfrm>
            <a:off x="5031316" y="3726278"/>
            <a:ext cx="2341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Decreases waiting time</a:t>
            </a:r>
          </a:p>
        </p:txBody>
      </p:sp>
      <p:pic>
        <p:nvPicPr>
          <p:cNvPr id="2056" name="Picture 8" descr="The New York Times] Easy to Use, Mobile Payment Apps Are Also Easy to Misuse  | Flourish Ventures">
            <a:extLst>
              <a:ext uri="{FF2B5EF4-FFF2-40B4-BE49-F238E27FC236}">
                <a16:creationId xmlns:a16="http://schemas.microsoft.com/office/drawing/2014/main" id="{854B6B7C-4673-3534-3910-5EFBE10F9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6567" y="2033185"/>
            <a:ext cx="1629833" cy="1629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67CACE-CEC9-2A64-92F4-FAB0E929114E}"/>
              </a:ext>
            </a:extLst>
          </p:cNvPr>
          <p:cNvSpPr txBox="1"/>
          <p:nvPr/>
        </p:nvSpPr>
        <p:spPr>
          <a:xfrm>
            <a:off x="8498415" y="3726278"/>
            <a:ext cx="2904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Prevents payment misuse</a:t>
            </a:r>
          </a:p>
        </p:txBody>
      </p:sp>
      <p:pic>
        <p:nvPicPr>
          <p:cNvPr id="2058" name="Picture 10" descr="Efficiency icon flat style">
            <a:extLst>
              <a:ext uri="{FF2B5EF4-FFF2-40B4-BE49-F238E27FC236}">
                <a16:creationId xmlns:a16="http://schemas.microsoft.com/office/drawing/2014/main" id="{7EB8718F-2278-AC95-E84B-1DF0358DEF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35" t="12861" r="14723" b="31163"/>
          <a:stretch>
            <a:fillRect/>
          </a:stretch>
        </p:blipFill>
        <p:spPr bwMode="auto">
          <a:xfrm>
            <a:off x="1425237" y="4400410"/>
            <a:ext cx="2463802" cy="132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FE079B-3759-9E51-D3C3-640698FDF9AF}"/>
              </a:ext>
            </a:extLst>
          </p:cNvPr>
          <p:cNvSpPr txBox="1"/>
          <p:nvPr/>
        </p:nvSpPr>
        <p:spPr>
          <a:xfrm>
            <a:off x="1291167" y="5858789"/>
            <a:ext cx="2904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chemeClr val="bg1"/>
                </a:solidFill>
              </a:rPr>
              <a:t>Enchances</a:t>
            </a:r>
            <a:r>
              <a:rPr lang="en-IN" dirty="0">
                <a:solidFill>
                  <a:schemeClr val="bg1"/>
                </a:solidFill>
              </a:rPr>
              <a:t> vendor efficiency</a:t>
            </a:r>
          </a:p>
        </p:txBody>
      </p:sp>
      <p:pic>
        <p:nvPicPr>
          <p:cNvPr id="2060" name="Picture 12" descr="User experience - Free technology icons">
            <a:extLst>
              <a:ext uri="{FF2B5EF4-FFF2-40B4-BE49-F238E27FC236}">
                <a16:creationId xmlns:a16="http://schemas.microsoft.com/office/drawing/2014/main" id="{515F0765-687F-A96D-A6E7-01A1D0208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975" y="4532115"/>
            <a:ext cx="1373716" cy="1219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E9B3D9-A71C-9E9B-81A9-BFCBC71D06F0}"/>
              </a:ext>
            </a:extLst>
          </p:cNvPr>
          <p:cNvSpPr txBox="1"/>
          <p:nvPr/>
        </p:nvSpPr>
        <p:spPr>
          <a:xfrm>
            <a:off x="4952639" y="5858789"/>
            <a:ext cx="2625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Smooth User Experience</a:t>
            </a:r>
          </a:p>
        </p:txBody>
      </p:sp>
      <p:pic>
        <p:nvPicPr>
          <p:cNvPr id="2062" name="Picture 14" descr="Developing Brand Trust with Transparency: Guide for Web Designers | B3  Multimedia Solutions">
            <a:extLst>
              <a:ext uri="{FF2B5EF4-FFF2-40B4-BE49-F238E27FC236}">
                <a16:creationId xmlns:a16="http://schemas.microsoft.com/office/drawing/2014/main" id="{9714C719-B737-8470-E755-C5394BF5CF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12" r="21207"/>
          <a:stretch>
            <a:fillRect/>
          </a:stretch>
        </p:blipFill>
        <p:spPr bwMode="auto">
          <a:xfrm>
            <a:off x="8936567" y="4371081"/>
            <a:ext cx="1692803" cy="148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3968B0-7622-E64B-AFED-08F24F245E65}"/>
              </a:ext>
            </a:extLst>
          </p:cNvPr>
          <p:cNvSpPr txBox="1"/>
          <p:nvPr/>
        </p:nvSpPr>
        <p:spPr>
          <a:xfrm>
            <a:off x="8333444" y="5858789"/>
            <a:ext cx="3487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Queue fairness and Transparency</a:t>
            </a:r>
          </a:p>
        </p:txBody>
      </p:sp>
    </p:spTree>
    <p:extLst>
      <p:ext uri="{BB962C8B-B14F-4D97-AF65-F5344CB8AC3E}">
        <p14:creationId xmlns:p14="http://schemas.microsoft.com/office/powerpoint/2010/main" val="3554261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4E57B-5F41-A4E7-727D-72157B2F2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5F86C-DD76-75C9-7015-70CF45C2B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606040"/>
            <a:ext cx="8991600" cy="1645920"/>
          </a:xfrm>
        </p:spPr>
        <p:txBody>
          <a:bodyPr>
            <a:normAutofit/>
          </a:bodyPr>
          <a:lstStyle/>
          <a:p>
            <a:r>
              <a:rPr lang="en-IN" dirty="0"/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1329376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246</TotalTime>
  <Words>274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Gill Sans MT</vt:lpstr>
      <vt:lpstr>Parcel</vt:lpstr>
      <vt:lpstr>Byts hackathon 2.0 team 24 – ragnarok       printflow</vt:lpstr>
      <vt:lpstr>PROBLEM STATEMENT</vt:lpstr>
      <vt:lpstr>Proposed solution</vt:lpstr>
      <vt:lpstr>Tech stack</vt:lpstr>
      <vt:lpstr>modules</vt:lpstr>
      <vt:lpstr>workflow</vt:lpstr>
      <vt:lpstr>PowerPoint Presentation</vt:lpstr>
      <vt:lpstr>PowerPoint Presentation</vt:lpstr>
      <vt:lpstr>benefits</vt:lpstr>
      <vt:lpstr>Thank 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 Narayanan</dc:creator>
  <cp:lastModifiedBy>Dharnish BM</cp:lastModifiedBy>
  <cp:revision>6</cp:revision>
  <dcterms:created xsi:type="dcterms:W3CDTF">2026-02-02T08:40:55Z</dcterms:created>
  <dcterms:modified xsi:type="dcterms:W3CDTF">2026-02-04T08:06:42Z</dcterms:modified>
</cp:coreProperties>
</file>